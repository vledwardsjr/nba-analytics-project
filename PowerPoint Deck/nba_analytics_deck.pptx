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26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594360"/>
            <a:ext cx="1097280" cy="1097280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707" y="857707"/>
            <a:ext cx="570586" cy="570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 TO ACTIONABLE INSIGHTS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NBA Award Analytics Pipeline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2019-20 to 2024-25  •  PostgreSQL  •  Power BI  •  Custom Percentile Scoring Engine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  |  Data Analytics Portfolio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Infrastructure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8760" y="192024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37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 Reference, cleaned and staged via CSV — 6 full NBA seasons (2019-20 through 2024-25)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019" y="20738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Engine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pgAdmin. Fact/dimension schema: player and team season facts keyed to player, team, and season dimensions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78040" y="192024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659" y="20738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4652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(Import mode). 7 dashboards covering player and team grain — season, comparison, and progression views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23" y="169054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179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Percentile-Based Scoring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182880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 ranked within its own season — not against a fixed historical baseline that drifts as pace and style change.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2395728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23" y="2531791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3591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Addition, Not Multiplication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17320" y="2670048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scores sum proportional contributions. Multiplicative scoring was tested, collapsed toward zero, and discarded.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3236976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23" y="3373039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&amp; Games Floors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3511296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1,000-minute threshold (600 in shortened seasons) prevents small-sample rate stats from producing indefensible winners.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94360" y="4078224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423" y="4214287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0416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65-Game Eligibility Rule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17320" y="4352544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real NBA's 2023-24 award eligibility policy, introduced in response to load-management concerns.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reasoning, formulas, and worked examples live in the companion methodology report.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Judgment: What Got Cut, and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470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733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Delta-percentile calculation proved statistically unfixable across season boundaries.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50876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37760" y="1737360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8470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6733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6MOY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22860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Box-score data can't reliably isolate bench scorers from rotation players.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301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56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“Best Defensive Player” Metric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" y="40690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Rate-stat inflation at low minutes produced winners that weren't defensible.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329184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937760" y="3520440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36301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456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All-Rookie / All-Defense / All-Off. Team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37760" y="40690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redundant with DPOY and OPOY once cutoffs were widened.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rather than shipped with an asterisk.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3192" y="1481328"/>
            <a:ext cx="1965960" cy="1107491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mages/player_sea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" y="1481328"/>
            <a:ext cx="1965960" cy="11074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3192" y="2607107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Season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523744" y="1481328"/>
            <a:ext cx="1965960" cy="1107491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images/team_seas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23744" y="1481328"/>
            <a:ext cx="1965960" cy="11074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23744" y="2607107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Season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654296" y="1481328"/>
            <a:ext cx="1965960" cy="1107491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images/season_award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54296" y="1481328"/>
            <a:ext cx="1965960" cy="11074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54296" y="2607107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Awards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784848" y="1481328"/>
            <a:ext cx="1965960" cy="1107491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images/player_comparison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84848" y="1481328"/>
            <a:ext cx="1965960" cy="11074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84848" y="2607107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Comparison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1458468" y="3027731"/>
            <a:ext cx="1965960" cy="1107491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images/team_comparison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58468" y="3027731"/>
            <a:ext cx="1965960" cy="11074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58468" y="415351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Comparison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3589020" y="3027731"/>
            <a:ext cx="1965960" cy="1107491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5" descr="images/player_progression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589020" y="3027731"/>
            <a:ext cx="1965960" cy="110749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589020" y="415351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Progression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5719572" y="3027731"/>
            <a:ext cx="1965960" cy="1107491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6" descr="images/team_progression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19572" y="3027731"/>
            <a:ext cx="1965960" cy="1107491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719572" y="415351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Progression</a:t>
            </a:r>
            <a:endParaRPr lang="en-US" sz="1050" dirty="0"/>
          </a:p>
        </p:txBody>
      </p:sp>
      <p:sp>
        <p:nvSpPr>
          <p:cNvPr id="25" name="Text 16"/>
          <p:cNvSpPr/>
          <p:nvPr/>
        </p:nvSpPr>
        <p:spPr>
          <a:xfrm>
            <a:off x="548640" y="453755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dashboards, built on a shared data model — player and team grain, season, comparison, and progression views.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— Does It Match Reality?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“deserved” winner only means something if it's checked against basketball reality — confirmed against live query results on both counts below.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2019-20 Best Defensive Team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697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6974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91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2918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886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8862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OKC 2024-25 — Defensive Outlier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Defense Score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60920" y="2697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Rating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60920" y="3291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60920" y="3886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68–14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checks confirmed against live query results — calculated outputs match known basketball reality.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Demonstrates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548640" cy="548640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1503274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3502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&amp; SQL Engineering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371600" y="16459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fact/dimension schema, layered view dependencies, all calculation logic in SQL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94360" y="2240280"/>
            <a:ext cx="548640" cy="548640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4" y="237195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20370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Methodology &amp; Metric Design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371600" y="25146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Percentile-based scoring, weighted composites, era- and sample-size-aware adjustments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94360" y="3108960"/>
            <a:ext cx="548640" cy="548640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4" y="324063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07238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Dashboard Development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371600" y="33832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Power BI dashboards across player and team grain, built from a shared data model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94360" y="3977640"/>
            <a:ext cx="548640" cy="548640"/>
          </a:xfrm>
          <a:prstGeom prst="ellipse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34" y="41093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9410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Judgment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371600" y="42519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redesign or cut metrics that couldn't produce defensible results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methodology: companion R report   |   Full project: GitHub repository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</Words>
  <Application>Microsoft Macintosh PowerPoint</Application>
  <PresentationFormat>On-screen Show (16:9)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Raw Data to Actionable Insights — NBA Analytics Pipeline</dc:title>
  <dc:subject>PptxGenJS Presentation</dc:subject>
  <dc:creator>VJ</dc:creator>
  <cp:lastModifiedBy>VJ Edwards</cp:lastModifiedBy>
  <cp:revision>2</cp:revision>
  <dcterms:created xsi:type="dcterms:W3CDTF">2026-06-23T20:22:10Z</dcterms:created>
  <dcterms:modified xsi:type="dcterms:W3CDTF">2026-06-23T20:37:29Z</dcterms:modified>
</cp:coreProperties>
</file>